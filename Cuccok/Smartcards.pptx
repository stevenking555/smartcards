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3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4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8" r:id="rId1"/>
    <p:sldMasterId id="2147483984" r:id="rId2"/>
    <p:sldMasterId id="2147484002" r:id="rId3"/>
    <p:sldMasterId id="2147484038" r:id="rId4"/>
    <p:sldMasterId id="2147484074" r:id="rId5"/>
  </p:sldMasterIdLst>
  <p:sldIdLst>
    <p:sldId id="265" r:id="rId6"/>
    <p:sldId id="256" r:id="rId7"/>
    <p:sldId id="257" r:id="rId8"/>
    <p:sldId id="258" r:id="rId9"/>
    <p:sldId id="259" r:id="rId10"/>
    <p:sldId id="262" r:id="rId11"/>
    <p:sldId id="260" r:id="rId12"/>
    <p:sldId id="263" r:id="rId13"/>
    <p:sldId id="261" r:id="rId14"/>
    <p:sldId id="26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0">
                      <a:schemeClr val="tx1"/>
                    </a:gs>
                    <a:gs pos="68000">
                      <a:srgbClr val="F1F1F1"/>
                    </a:gs>
                    <a:gs pos="100000">
                      <a:schemeClr val="bg1">
                        <a:lumMod val="11000"/>
                        <a:lumOff val="89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</a:defRPr>
            </a:lvl1pPr>
          </a:lstStyle>
          <a:p>
            <a:pPr lvl="0" algn="r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</a:lstStyle>
          <a:p>
            <a:pPr marL="0" lvl="0" indent="0" algn="r">
              <a:buNone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234655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41900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32000"/>
                        <a:lumOff val="68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722356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412132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629176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35588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457883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226531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170380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402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976107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673695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0479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683589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311804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177767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895783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564236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473600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084534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410966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197972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071522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688342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796832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062686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663073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675786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715957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200120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508053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572637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130356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254880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0">
                      <a:schemeClr val="tx1"/>
                    </a:gs>
                    <a:gs pos="68000">
                      <a:srgbClr val="F1F1F1"/>
                    </a:gs>
                    <a:gs pos="100000">
                      <a:schemeClr val="bg1">
                        <a:lumMod val="11000"/>
                        <a:lumOff val="89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</a:defRPr>
            </a:lvl1pPr>
          </a:lstStyle>
          <a:p>
            <a:pPr lvl="0" algn="r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</a:lstStyle>
          <a:p>
            <a:pPr marL="0" lvl="0" indent="0" algn="r">
              <a:buNone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575329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68183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32000"/>
                        <a:lumOff val="68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359492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044129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770369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940310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621723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481251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14759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189563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202985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89037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156190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963017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682200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512056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232821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915534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662054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645055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21350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527044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569905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086266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066345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038864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338743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310320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556635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67798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740000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927651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712891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09799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0">
                      <a:schemeClr val="tx1"/>
                    </a:gs>
                    <a:gs pos="68000">
                      <a:srgbClr val="F1F1F1"/>
                    </a:gs>
                    <a:gs pos="100000">
                      <a:schemeClr val="bg1">
                        <a:lumMod val="11000"/>
                        <a:lumOff val="89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</a:defRPr>
            </a:lvl1pPr>
          </a:lstStyle>
          <a:p>
            <a:pPr lvl="0" algn="r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</a:lstStyle>
          <a:p>
            <a:pPr marL="0" lvl="0" indent="0" algn="r">
              <a:buNone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411692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804008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32000"/>
                        <a:lumOff val="68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087895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056343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345509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977334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193098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363305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965982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915942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945546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792925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56509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786534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425177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87097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268371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7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17" Type="http://schemas.openxmlformats.org/officeDocument/2006/relationships/slideLayout" Target="../slideLayouts/slideLayout51.xml"/><Relationship Id="rId2" Type="http://schemas.openxmlformats.org/officeDocument/2006/relationships/slideLayout" Target="../slideLayouts/slideLayout36.xml"/><Relationship Id="rId16" Type="http://schemas.openxmlformats.org/officeDocument/2006/relationships/slideLayout" Target="../slideLayouts/slideLayout50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44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4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17" Type="http://schemas.openxmlformats.org/officeDocument/2006/relationships/slideLayout" Target="../slideLayouts/slideLayout68.xml"/><Relationship Id="rId2" Type="http://schemas.openxmlformats.org/officeDocument/2006/relationships/slideLayout" Target="../slideLayouts/slideLayout53.xml"/><Relationship Id="rId16" Type="http://schemas.openxmlformats.org/officeDocument/2006/relationships/slideLayout" Target="../slideLayouts/slideLayout67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1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6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13" Type="http://schemas.openxmlformats.org/officeDocument/2006/relationships/slideLayout" Target="../slideLayouts/slideLayout81.xml"/><Relationship Id="rId18" Type="http://schemas.openxmlformats.org/officeDocument/2006/relationships/theme" Target="../theme/theme5.xml"/><Relationship Id="rId3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5.xml"/><Relationship Id="rId12" Type="http://schemas.openxmlformats.org/officeDocument/2006/relationships/slideLayout" Target="../slideLayouts/slideLayout80.xml"/><Relationship Id="rId17" Type="http://schemas.openxmlformats.org/officeDocument/2006/relationships/slideLayout" Target="../slideLayouts/slideLayout85.xml"/><Relationship Id="rId2" Type="http://schemas.openxmlformats.org/officeDocument/2006/relationships/slideLayout" Target="../slideLayouts/slideLayout70.xml"/><Relationship Id="rId16" Type="http://schemas.openxmlformats.org/officeDocument/2006/relationships/slideLayout" Target="../slideLayouts/slideLayout84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9.xml"/><Relationship Id="rId5" Type="http://schemas.openxmlformats.org/officeDocument/2006/relationships/slideLayout" Target="../slideLayouts/slideLayout73.xml"/><Relationship Id="rId15" Type="http://schemas.openxmlformats.org/officeDocument/2006/relationships/slideLayout" Target="../slideLayouts/slideLayout83.xml"/><Relationship Id="rId10" Type="http://schemas.openxmlformats.org/officeDocument/2006/relationships/slideLayout" Target="../slideLayouts/slideLayout78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Relationship Id="rId14" Type="http://schemas.openxmlformats.org/officeDocument/2006/relationships/slideLayout" Target="../slideLayouts/slideLayout8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495244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  <p:sldLayoutId id="2147483962" r:id="rId14"/>
    <p:sldLayoutId id="2147483963" r:id="rId15"/>
    <p:sldLayoutId id="2147483964" r:id="rId16"/>
    <p:sldLayoutId id="2147483965" r:id="rId17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751938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85" r:id="rId1"/>
    <p:sldLayoutId id="2147483986" r:id="rId2"/>
    <p:sldLayoutId id="2147483987" r:id="rId3"/>
    <p:sldLayoutId id="2147483988" r:id="rId4"/>
    <p:sldLayoutId id="2147483989" r:id="rId5"/>
    <p:sldLayoutId id="2147483990" r:id="rId6"/>
    <p:sldLayoutId id="2147483991" r:id="rId7"/>
    <p:sldLayoutId id="2147483992" r:id="rId8"/>
    <p:sldLayoutId id="2147483993" r:id="rId9"/>
    <p:sldLayoutId id="2147483994" r:id="rId10"/>
    <p:sldLayoutId id="2147483995" r:id="rId11"/>
    <p:sldLayoutId id="2147483996" r:id="rId12"/>
    <p:sldLayoutId id="2147483997" r:id="rId13"/>
    <p:sldLayoutId id="2147483998" r:id="rId14"/>
    <p:sldLayoutId id="2147483999" r:id="rId15"/>
    <p:sldLayoutId id="2147484000" r:id="rId16"/>
    <p:sldLayoutId id="2147484001" r:id="rId17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133930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3" r:id="rId1"/>
    <p:sldLayoutId id="2147484004" r:id="rId2"/>
    <p:sldLayoutId id="2147484005" r:id="rId3"/>
    <p:sldLayoutId id="2147484006" r:id="rId4"/>
    <p:sldLayoutId id="2147484007" r:id="rId5"/>
    <p:sldLayoutId id="2147484008" r:id="rId6"/>
    <p:sldLayoutId id="2147484009" r:id="rId7"/>
    <p:sldLayoutId id="2147484010" r:id="rId8"/>
    <p:sldLayoutId id="2147484011" r:id="rId9"/>
    <p:sldLayoutId id="2147484012" r:id="rId10"/>
    <p:sldLayoutId id="2147484013" r:id="rId11"/>
    <p:sldLayoutId id="2147484014" r:id="rId12"/>
    <p:sldLayoutId id="2147484015" r:id="rId13"/>
    <p:sldLayoutId id="2147484016" r:id="rId14"/>
    <p:sldLayoutId id="2147484017" r:id="rId15"/>
    <p:sldLayoutId id="2147484018" r:id="rId16"/>
    <p:sldLayoutId id="2147484019" r:id="rId17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898172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39" r:id="rId1"/>
    <p:sldLayoutId id="2147484040" r:id="rId2"/>
    <p:sldLayoutId id="2147484041" r:id="rId3"/>
    <p:sldLayoutId id="2147484042" r:id="rId4"/>
    <p:sldLayoutId id="2147484043" r:id="rId5"/>
    <p:sldLayoutId id="2147484044" r:id="rId6"/>
    <p:sldLayoutId id="2147484045" r:id="rId7"/>
    <p:sldLayoutId id="2147484046" r:id="rId8"/>
    <p:sldLayoutId id="2147484047" r:id="rId9"/>
    <p:sldLayoutId id="2147484048" r:id="rId10"/>
    <p:sldLayoutId id="2147484049" r:id="rId11"/>
    <p:sldLayoutId id="2147484050" r:id="rId12"/>
    <p:sldLayoutId id="2147484051" r:id="rId13"/>
    <p:sldLayoutId id="2147484052" r:id="rId14"/>
    <p:sldLayoutId id="2147484053" r:id="rId15"/>
    <p:sldLayoutId id="2147484054" r:id="rId16"/>
    <p:sldLayoutId id="2147484055" r:id="rId17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F58871A5-313B-4234-BE89-835686072A6A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B0E81539-B5A3-49FB-920A-167CD46F48B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61146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75" r:id="rId1"/>
    <p:sldLayoutId id="2147484076" r:id="rId2"/>
    <p:sldLayoutId id="2147484077" r:id="rId3"/>
    <p:sldLayoutId id="2147484078" r:id="rId4"/>
    <p:sldLayoutId id="2147484079" r:id="rId5"/>
    <p:sldLayoutId id="2147484080" r:id="rId6"/>
    <p:sldLayoutId id="2147484081" r:id="rId7"/>
    <p:sldLayoutId id="2147484082" r:id="rId8"/>
    <p:sldLayoutId id="2147484083" r:id="rId9"/>
    <p:sldLayoutId id="2147484084" r:id="rId10"/>
    <p:sldLayoutId id="2147484085" r:id="rId11"/>
    <p:sldLayoutId id="2147484086" r:id="rId12"/>
    <p:sldLayoutId id="2147484087" r:id="rId13"/>
    <p:sldLayoutId id="2147484088" r:id="rId14"/>
    <p:sldLayoutId id="2147484089" r:id="rId15"/>
    <p:sldLayoutId id="2147484090" r:id="rId16"/>
    <p:sldLayoutId id="2147484091" r:id="rId17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5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63672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84DD5-B6AB-16D3-282E-6A3C64D329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i="1" dirty="0"/>
              <a:t>Smartcards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1F3BF9-751E-B898-353F-9F0B372F2F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Final Project</a:t>
            </a:r>
          </a:p>
        </p:txBody>
      </p:sp>
      <p:sp>
        <p:nvSpPr>
          <p:cNvPr id="4" name="Rectangle: Diagonal Corners Snipped 3">
            <a:extLst>
              <a:ext uri="{FF2B5EF4-FFF2-40B4-BE49-F238E27FC236}">
                <a16:creationId xmlns:a16="http://schemas.microsoft.com/office/drawing/2014/main" id="{90DBF7BD-CF54-6308-05F2-FDBE9F23F30E}"/>
              </a:ext>
            </a:extLst>
          </p:cNvPr>
          <p:cNvSpPr/>
          <p:nvPr/>
        </p:nvSpPr>
        <p:spPr>
          <a:xfrm>
            <a:off x="838200" y="1954161"/>
            <a:ext cx="4090219" cy="2949677"/>
          </a:xfrm>
          <a:prstGeom prst="snip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Rectangle: Diagonal Corners Snipped 4">
            <a:extLst>
              <a:ext uri="{FF2B5EF4-FFF2-40B4-BE49-F238E27FC236}">
                <a16:creationId xmlns:a16="http://schemas.microsoft.com/office/drawing/2014/main" id="{19BF1231-B80A-C7AF-FFEC-EEF7C06F6B04}"/>
              </a:ext>
            </a:extLst>
          </p:cNvPr>
          <p:cNvSpPr/>
          <p:nvPr/>
        </p:nvSpPr>
        <p:spPr>
          <a:xfrm>
            <a:off x="990600" y="2106561"/>
            <a:ext cx="4090219" cy="2949677"/>
          </a:xfrm>
          <a:prstGeom prst="snip2Diag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C47F45D4-0032-777E-F2B9-8CA9810C28F7}"/>
              </a:ext>
            </a:extLst>
          </p:cNvPr>
          <p:cNvSpPr/>
          <p:nvPr/>
        </p:nvSpPr>
        <p:spPr>
          <a:xfrm>
            <a:off x="1143000" y="2258961"/>
            <a:ext cx="4090219" cy="2949677"/>
          </a:xfrm>
          <a:prstGeom prst="snip2Diag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94E3D9DD-7AE0-1DD3-A6AB-A7E03E8C7CFB}"/>
              </a:ext>
            </a:extLst>
          </p:cNvPr>
          <p:cNvSpPr/>
          <p:nvPr/>
        </p:nvSpPr>
        <p:spPr>
          <a:xfrm>
            <a:off x="1295400" y="2411361"/>
            <a:ext cx="4090219" cy="2949677"/>
          </a:xfrm>
          <a:prstGeom prst="snip2Diag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Rectangle: Diagonal Corners Snipped 7">
            <a:extLst>
              <a:ext uri="{FF2B5EF4-FFF2-40B4-BE49-F238E27FC236}">
                <a16:creationId xmlns:a16="http://schemas.microsoft.com/office/drawing/2014/main" id="{09E14473-820E-E2F8-7801-209915D0BA73}"/>
              </a:ext>
            </a:extLst>
          </p:cNvPr>
          <p:cNvSpPr/>
          <p:nvPr/>
        </p:nvSpPr>
        <p:spPr>
          <a:xfrm>
            <a:off x="1447800" y="2563761"/>
            <a:ext cx="4090219" cy="2949677"/>
          </a:xfrm>
          <a:prstGeom prst="snip2Diag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560644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7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7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7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380B65-E161-9C22-4A7A-58FAC95BCD9E}"/>
              </a:ext>
            </a:extLst>
          </p:cNvPr>
          <p:cNvSpPr txBox="1"/>
          <p:nvPr/>
        </p:nvSpPr>
        <p:spPr>
          <a:xfrm>
            <a:off x="441574" y="422787"/>
            <a:ext cx="6323020" cy="518188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defTabSz="914400">
              <a:lnSpc>
                <a:spcPct val="90000"/>
              </a:lnSpc>
              <a:spcAft>
                <a:spcPts val="800"/>
              </a:spcAft>
            </a:pPr>
            <a:r>
              <a:rPr lang="en-US" sz="3600" b="1" u="sng" dirty="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A </a:t>
            </a:r>
            <a:r>
              <a:rPr lang="en-US" sz="3600" b="1" u="sng" dirty="0" err="1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projekt</a:t>
            </a:r>
            <a:r>
              <a:rPr lang="en-US" sz="3600" b="1" u="sng" dirty="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 neve:</a:t>
            </a:r>
            <a:r>
              <a:rPr lang="en-US" sz="3600" dirty="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 	</a:t>
            </a:r>
            <a:r>
              <a:rPr lang="en-US" sz="3600" dirty="0" err="1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SmartCards</a:t>
            </a:r>
            <a:endParaRPr lang="en-US" sz="3600" dirty="0">
              <a:gradFill>
                <a:gsLst>
                  <a:gs pos="34000">
                    <a:srgbClr val="EDEDED"/>
                  </a:gs>
                  <a:gs pos="0">
                    <a:srgbClr val="BFBFBF"/>
                  </a:gs>
                  <a:gs pos="100000">
                    <a:srgbClr val="FFFFFF"/>
                  </a:gs>
                </a:gsLst>
                <a:lin ang="4800000" scaled="0"/>
              </a:gradFill>
            </a:endParaRP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2800" dirty="0">
              <a:gradFill>
                <a:gsLst>
                  <a:gs pos="34000">
                    <a:srgbClr val="EDEDED"/>
                  </a:gs>
                  <a:gs pos="0">
                    <a:srgbClr val="BFBFBF"/>
                  </a:gs>
                  <a:gs pos="100000">
                    <a:srgbClr val="FFFFFF"/>
                  </a:gs>
                </a:gsLst>
                <a:lin ang="4800000" scaled="0"/>
              </a:gradFill>
            </a:endParaRP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hu-HU" sz="2800" dirty="0">
              <a:gradFill>
                <a:gsLst>
                  <a:gs pos="34000">
                    <a:srgbClr val="EDEDED"/>
                  </a:gs>
                  <a:gs pos="0">
                    <a:srgbClr val="BFBFBF"/>
                  </a:gs>
                  <a:gs pos="100000">
                    <a:srgbClr val="FFFFFF"/>
                  </a:gs>
                </a:gsLst>
                <a:lin ang="4800000" scaled="0"/>
              </a:gradFill>
            </a:endParaRPr>
          </a:p>
          <a:p>
            <a:pPr defTabSz="914400">
              <a:lnSpc>
                <a:spcPct val="90000"/>
              </a:lnSpc>
              <a:spcAft>
                <a:spcPts val="800"/>
              </a:spcAft>
            </a:pPr>
            <a:endParaRPr lang="en-US" sz="2800" dirty="0">
              <a:gradFill>
                <a:gsLst>
                  <a:gs pos="34000">
                    <a:srgbClr val="EDEDED"/>
                  </a:gs>
                  <a:gs pos="0">
                    <a:srgbClr val="BFBFBF"/>
                  </a:gs>
                  <a:gs pos="100000">
                    <a:srgbClr val="FFFFFF"/>
                  </a:gs>
                </a:gsLst>
                <a:lin ang="4800000" scaled="0"/>
              </a:gradFill>
            </a:endParaRP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2800" dirty="0">
              <a:gradFill>
                <a:gsLst>
                  <a:gs pos="34000">
                    <a:srgbClr val="EDEDED"/>
                  </a:gs>
                  <a:gs pos="0">
                    <a:srgbClr val="BFBFBF"/>
                  </a:gs>
                  <a:gs pos="100000">
                    <a:srgbClr val="FFFFFF"/>
                  </a:gs>
                </a:gsLst>
                <a:lin ang="4800000" scaled="0"/>
              </a:gradFill>
            </a:endParaRPr>
          </a:p>
          <a:p>
            <a:pPr defTabSz="914400">
              <a:lnSpc>
                <a:spcPct val="90000"/>
              </a:lnSpc>
              <a:spcAft>
                <a:spcPts val="800"/>
              </a:spcAft>
            </a:pPr>
            <a:r>
              <a:rPr lang="en-US" sz="2800" i="1" dirty="0" err="1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Célja</a:t>
            </a:r>
            <a:r>
              <a:rPr lang="en-US" sz="2800" i="1" dirty="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: </a:t>
            </a:r>
          </a:p>
          <a:p>
            <a:pPr lvl="0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2800" dirty="0">
              <a:gradFill>
                <a:gsLst>
                  <a:gs pos="34000">
                    <a:srgbClr val="EDEDED"/>
                  </a:gs>
                  <a:gs pos="0">
                    <a:srgbClr val="BFBFBF"/>
                  </a:gs>
                  <a:gs pos="100000">
                    <a:srgbClr val="FFFFFF"/>
                  </a:gs>
                </a:gsLst>
                <a:lin ang="4800000" scaled="0"/>
              </a:gradFill>
            </a:endParaRPr>
          </a:p>
          <a:p>
            <a:pPr lvl="0" defTabSz="914400">
              <a:lnSpc>
                <a:spcPct val="90000"/>
              </a:lnSpc>
              <a:spcAft>
                <a:spcPts val="800"/>
              </a:spcAft>
            </a:pPr>
            <a:r>
              <a:rPr lang="en-US" sz="2800" dirty="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Egy </a:t>
            </a:r>
            <a:r>
              <a:rPr lang="en-US" sz="2800" dirty="0" err="1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weboldal</a:t>
            </a:r>
            <a:r>
              <a:rPr lang="en-US" sz="2800" dirty="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 </a:t>
            </a:r>
            <a:r>
              <a:rPr lang="en-US" sz="2800" dirty="0" err="1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alapú</a:t>
            </a:r>
            <a:r>
              <a:rPr lang="en-US" sz="2800" dirty="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 </a:t>
            </a:r>
            <a:r>
              <a:rPr lang="en-US" sz="2800" dirty="0" err="1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tanulókártya</a:t>
            </a:r>
            <a:r>
              <a:rPr lang="en-US" sz="2800" dirty="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 </a:t>
            </a:r>
            <a:r>
              <a:rPr lang="en-US" sz="2800" dirty="0" err="1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applikáció</a:t>
            </a:r>
            <a:r>
              <a:rPr lang="en-US" sz="2800" dirty="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 </a:t>
            </a:r>
            <a:r>
              <a:rPr lang="en-US" sz="2800" dirty="0" err="1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ami</a:t>
            </a:r>
            <a:r>
              <a:rPr lang="en-US" sz="2800" dirty="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 </a:t>
            </a:r>
            <a:r>
              <a:rPr lang="en-US" sz="2800" dirty="0" err="1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arra</a:t>
            </a:r>
            <a:r>
              <a:rPr lang="en-US" sz="2800" dirty="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 </a:t>
            </a:r>
            <a:r>
              <a:rPr lang="en-US" sz="2800" dirty="0" err="1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lesz</a:t>
            </a:r>
            <a:r>
              <a:rPr lang="en-US" sz="2800" dirty="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 </a:t>
            </a:r>
            <a:r>
              <a:rPr lang="en-US" sz="2800" dirty="0" err="1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tervezve</a:t>
            </a:r>
            <a:r>
              <a:rPr lang="en-US" sz="2800" dirty="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, </a:t>
            </a:r>
            <a:r>
              <a:rPr lang="en-US" sz="2800" dirty="0" err="1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hogy</a:t>
            </a:r>
            <a:r>
              <a:rPr lang="en-US" sz="2800" dirty="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 </a:t>
            </a:r>
            <a:r>
              <a:rPr lang="en-US" sz="2800" dirty="0" err="1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hatékonyan</a:t>
            </a:r>
            <a:r>
              <a:rPr lang="en-US" sz="2800" dirty="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 </a:t>
            </a:r>
            <a:r>
              <a:rPr lang="en-US" sz="2800" dirty="0" err="1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segítsen</a:t>
            </a:r>
            <a:r>
              <a:rPr lang="en-US" sz="2800" dirty="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 </a:t>
            </a:r>
            <a:r>
              <a:rPr lang="en-US" sz="2800" dirty="0" err="1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tanulni</a:t>
            </a:r>
            <a:r>
              <a:rPr lang="en-US" sz="2800" dirty="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 a </a:t>
            </a:r>
            <a:r>
              <a:rPr lang="en-US" sz="2800" dirty="0" err="1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felhasználónak</a:t>
            </a:r>
            <a:r>
              <a:rPr lang="hu-HU" sz="2800" dirty="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, a felhasználó által preferált módon.</a:t>
            </a:r>
            <a:endParaRPr lang="en-US" sz="2800" dirty="0">
              <a:gradFill>
                <a:gsLst>
                  <a:gs pos="34000">
                    <a:srgbClr val="EDEDED"/>
                  </a:gs>
                  <a:gs pos="0">
                    <a:srgbClr val="BFBFBF"/>
                  </a:gs>
                  <a:gs pos="100000">
                    <a:srgbClr val="FFFFFF"/>
                  </a:gs>
                </a:gsLst>
                <a:lin ang="4800000" scaled="0"/>
              </a:gradFill>
            </a:endParaRPr>
          </a:p>
        </p:txBody>
      </p:sp>
      <p:pic>
        <p:nvPicPr>
          <p:cNvPr id="1026" name="Picture 2" descr="Flashcards Maker – Alkalmazások a Google Playen">
            <a:extLst>
              <a:ext uri="{FF2B5EF4-FFF2-40B4-BE49-F238E27FC236}">
                <a16:creationId xmlns:a16="http://schemas.microsoft.com/office/drawing/2014/main" id="{5297D53C-CA13-D54B-94D1-24A1EB0015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53616" y="2377440"/>
            <a:ext cx="2422510" cy="2422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90685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CE8BDDE-A040-15C3-22A4-15E2A36F9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396427">
            <a:off x="1173252" y="323457"/>
            <a:ext cx="2558618" cy="586111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AFA8EDD-0BE2-EC88-7525-FF58D715EF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577259">
            <a:off x="8124833" y="271912"/>
            <a:ext cx="2701473" cy="631031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109E656-D039-6290-6E12-74F61575C433}"/>
              </a:ext>
            </a:extLst>
          </p:cNvPr>
          <p:cNvSpPr txBox="1"/>
          <p:nvPr/>
        </p:nvSpPr>
        <p:spPr>
          <a:xfrm>
            <a:off x="4286865" y="62436"/>
            <a:ext cx="375592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b="1" dirty="0"/>
              <a:t>Bejelentkezés és regisztrálás design</a:t>
            </a:r>
          </a:p>
        </p:txBody>
      </p:sp>
    </p:spTree>
    <p:extLst>
      <p:ext uri="{BB962C8B-B14F-4D97-AF65-F5344CB8AC3E}">
        <p14:creationId xmlns:p14="http://schemas.microsoft.com/office/powerpoint/2010/main" val="8641947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55B33-82E8-CFF2-5372-2F9BCEFE9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3C64BA-68EF-5724-38F8-309CF802E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38170"/>
            <a:ext cx="2327951" cy="53198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7A36D81-B8E2-050D-FFB7-738318FCC93D}"/>
              </a:ext>
            </a:extLst>
          </p:cNvPr>
          <p:cNvSpPr txBox="1"/>
          <p:nvPr/>
        </p:nvSpPr>
        <p:spPr>
          <a:xfrm>
            <a:off x="0" y="0"/>
            <a:ext cx="37559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b="1" dirty="0"/>
              <a:t>Kezdőképernyő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E76F32B-44CF-29DD-DC22-1688F1874B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092923">
            <a:off x="3669195" y="66439"/>
            <a:ext cx="2275136" cy="677370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FB1F2CF-BB2D-201A-28F0-7E4FB956AE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0406" y="0"/>
            <a:ext cx="4611594" cy="4889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1478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45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0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3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05642-DE05-D453-F1DE-E23A94B1F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A8CB54-FE04-0CC0-1259-E2C2DF4CBC9F}"/>
              </a:ext>
            </a:extLst>
          </p:cNvPr>
          <p:cNvSpPr txBox="1"/>
          <p:nvPr/>
        </p:nvSpPr>
        <p:spPr>
          <a:xfrm>
            <a:off x="4286865" y="62436"/>
            <a:ext cx="37559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b="1" dirty="0"/>
              <a:t>Pakli létrehozás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0E8676-F9FD-64DE-7B49-27CA71880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3442" y="0"/>
            <a:ext cx="3018558" cy="69811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D4CA28-589E-515B-6382-6D07FA2C9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9068">
            <a:off x="0" y="1231986"/>
            <a:ext cx="4637193" cy="16853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D8D21B2-42CE-1704-664A-8E60623FEC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9214" y="1311634"/>
            <a:ext cx="3383573" cy="532684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6FB3D2D-F1AE-8516-76C4-11B39B1FD43B}"/>
              </a:ext>
            </a:extLst>
          </p:cNvPr>
          <p:cNvSpPr txBox="1"/>
          <p:nvPr/>
        </p:nvSpPr>
        <p:spPr>
          <a:xfrm>
            <a:off x="2820375" y="748590"/>
            <a:ext cx="15585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u="sng" dirty="0">
                <a:solidFill>
                  <a:srgbClr val="FF0000"/>
                </a:solidFill>
              </a:rPr>
              <a:t>Probléma: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1B4556-1450-9725-9C8D-842E3659A1B8}"/>
              </a:ext>
            </a:extLst>
          </p:cNvPr>
          <p:cNvSpPr txBox="1"/>
          <p:nvPr/>
        </p:nvSpPr>
        <p:spPr>
          <a:xfrm>
            <a:off x="7647827" y="644142"/>
            <a:ext cx="15585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u="sng" dirty="0">
                <a:solidFill>
                  <a:srgbClr val="00B050"/>
                </a:solidFill>
              </a:rPr>
              <a:t>Megoldás:</a:t>
            </a:r>
          </a:p>
        </p:txBody>
      </p:sp>
    </p:spTree>
    <p:extLst>
      <p:ext uri="{BB962C8B-B14F-4D97-AF65-F5344CB8AC3E}">
        <p14:creationId xmlns:p14="http://schemas.microsoft.com/office/powerpoint/2010/main" val="38747511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510"/>
                            </p:stCondLst>
                            <p:childTnLst>
                              <p:par>
                                <p:cTn id="12" presetID="2" presetClass="entr" presetSubtype="4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10"/>
                            </p:stCondLst>
                            <p:childTnLst>
                              <p:par>
                                <p:cTn id="17" presetID="31" presetClass="entr" presetSubtype="0" fill="hold" grpId="0" nodeType="after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8510"/>
                            </p:stCondLst>
                            <p:childTnLst>
                              <p:par>
                                <p:cTn id="24" presetID="21" presetClass="entr" presetSubtype="1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DFDFA-04A8-2D63-6801-CC1945847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20A955-717E-F153-2DF0-6C64B80476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00"/>
            <a:ext cx="2905760" cy="68549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844262E-F0CA-31E0-EB9B-9E39192F3E66}"/>
              </a:ext>
            </a:extLst>
          </p:cNvPr>
          <p:cNvSpPr txBox="1"/>
          <p:nvPr/>
        </p:nvSpPr>
        <p:spPr>
          <a:xfrm>
            <a:off x="4286865" y="62436"/>
            <a:ext cx="37559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b="1" dirty="0"/>
              <a:t>Profil beállítások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5E7BFA-D006-FB89-A24D-D48E1BDF2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476240">
            <a:off x="7085118" y="-508035"/>
            <a:ext cx="2805590" cy="8034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3856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31" presetClass="entr" presetSubtype="0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47325-2409-FE09-FE9D-EF666F670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226499A-A343-1FE6-FAD1-131B6CE92A93}"/>
              </a:ext>
            </a:extLst>
          </p:cNvPr>
          <p:cNvSpPr txBox="1"/>
          <p:nvPr/>
        </p:nvSpPr>
        <p:spPr>
          <a:xfrm>
            <a:off x="4286865" y="62436"/>
            <a:ext cx="37559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b="1" dirty="0"/>
              <a:t>Statisztika fül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977863-A64E-8DD4-801C-6A289E2AE2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684802" cy="69438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94C1009-0959-714C-4AFB-F2F2461083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435267">
            <a:off x="4872234" y="1198973"/>
            <a:ext cx="2998550" cy="46150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6B0D8A1-5343-7644-CF4D-D0C6B995D0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215" y="6954"/>
            <a:ext cx="2133785" cy="204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3435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0494B-7593-00F2-2B44-E7959C3E5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8AA05A-58BC-51BC-B54F-7261A19BA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72458"/>
            <a:ext cx="3028335" cy="69304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9FCE541-0ED9-1337-8A14-F1304B0EB269}"/>
              </a:ext>
            </a:extLst>
          </p:cNvPr>
          <p:cNvSpPr txBox="1"/>
          <p:nvPr/>
        </p:nvSpPr>
        <p:spPr>
          <a:xfrm>
            <a:off x="4286865" y="62436"/>
            <a:ext cx="37559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b="1" dirty="0"/>
              <a:t>Felfedezés ;D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C9E7FD-A986-EBFA-173E-8FAD23745A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6047" y="-2953852"/>
            <a:ext cx="3511313" cy="981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5197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CB8E5-8DE5-09C1-B5D9-6B9108E66D98}"/>
              </a:ext>
            </a:extLst>
          </p:cNvPr>
          <p:cNvSpPr txBox="1">
            <a:spLocks/>
          </p:cNvSpPr>
          <p:nvPr/>
        </p:nvSpPr>
        <p:spPr>
          <a:xfrm>
            <a:off x="2209800" y="4464028"/>
            <a:ext cx="9144000" cy="164149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hu-HU" i="1" dirty="0"/>
              <a:t>Smartcards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67668B-4898-AA7A-76EF-EC90949EA9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34222" cy="3591916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28667898-4EBD-A661-B735-4950F443F5AC}"/>
              </a:ext>
            </a:extLst>
          </p:cNvPr>
          <p:cNvSpPr txBox="1">
            <a:spLocks/>
          </p:cNvSpPr>
          <p:nvPr/>
        </p:nvSpPr>
        <p:spPr>
          <a:xfrm>
            <a:off x="8325462" y="5621498"/>
            <a:ext cx="3669892" cy="7540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u-HU" dirty="0"/>
              <a:t>Köszönjük a figyelmet!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0BA44F6-86D9-0361-D442-4643ED439F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4222" y="0"/>
            <a:ext cx="8658475" cy="359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3561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4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4.44444E-6 L 0.86016 -0.00093 " pathEditMode="relative" rAng="0" ptsTypes="AA">
                                      <p:cBhvr>
                                        <p:cTn id="6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008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000"/>
                            </p:stCondLst>
                            <p:childTnLst>
                              <p:par>
                                <p:cTn id="8" presetID="10" presetClass="exit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4551"/>
      </a:dk2>
      <a:lt2>
        <a:srgbClr val="F2ACD2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3016C5A4-E631-4977-A608-ACFB47552625}"/>
    </a:ext>
  </a:extLst>
</a:theme>
</file>

<file path=ppt/theme/theme2.xml><?xml version="1.0" encoding="utf-8"?>
<a:theme xmlns:a="http://schemas.openxmlformats.org/drawingml/2006/main" name="1_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3.xml><?xml version="1.0" encoding="utf-8"?>
<a:theme xmlns:a="http://schemas.openxmlformats.org/drawingml/2006/main" name="2_Depth">
  <a:themeElements>
    <a:clrScheme name="Depth">
      <a:dk1>
        <a:sysClr val="windowText" lastClr="000000"/>
      </a:dk1>
      <a:lt1>
        <a:sysClr val="window" lastClr="FFFFFF"/>
      </a:lt1>
      <a:dk2>
        <a:srgbClr val="4E3B30"/>
      </a:dk2>
      <a:lt2>
        <a:srgbClr val="FFDB82"/>
      </a:lt2>
      <a:accent1>
        <a:srgbClr val="F0A22E"/>
      </a:accent1>
      <a:accent2>
        <a:srgbClr val="E4D9B2"/>
      </a:accent2>
      <a:accent3>
        <a:srgbClr val="AA986C"/>
      </a:accent3>
      <a:accent4>
        <a:srgbClr val="8FB977"/>
      </a:accent4>
      <a:accent5>
        <a:srgbClr val="778F9F"/>
      </a:accent5>
      <a:accent6>
        <a:srgbClr val="8A6087"/>
      </a:accent6>
      <a:hlink>
        <a:srgbClr val="AD1F1F"/>
      </a:hlink>
      <a:folHlink>
        <a:srgbClr val="FFC42F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C473073F-34A4-486A-BBA1-2A70AE921EB6}"/>
    </a:ext>
  </a:extLst>
</a:theme>
</file>

<file path=ppt/theme/theme4.xml><?xml version="1.0" encoding="utf-8"?>
<a:theme xmlns:a="http://schemas.openxmlformats.org/drawingml/2006/main" name="3_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5.xml><?xml version="1.0" encoding="utf-8"?>
<a:theme xmlns:a="http://schemas.openxmlformats.org/drawingml/2006/main" name="4_Depth">
  <a:themeElements>
    <a:clrScheme name="Depth">
      <a:dk1>
        <a:sysClr val="windowText" lastClr="000000"/>
      </a:dk1>
      <a:lt1>
        <a:sysClr val="window" lastClr="FFFFFF"/>
      </a:lt1>
      <a:dk2>
        <a:srgbClr val="4E3B30"/>
      </a:dk2>
      <a:lt2>
        <a:srgbClr val="FFDB82"/>
      </a:lt2>
      <a:accent1>
        <a:srgbClr val="F0A22E"/>
      </a:accent1>
      <a:accent2>
        <a:srgbClr val="E4D9B2"/>
      </a:accent2>
      <a:accent3>
        <a:srgbClr val="AA986C"/>
      </a:accent3>
      <a:accent4>
        <a:srgbClr val="8FB977"/>
      </a:accent4>
      <a:accent5>
        <a:srgbClr val="778F9F"/>
      </a:accent5>
      <a:accent6>
        <a:srgbClr val="8A6087"/>
      </a:accent6>
      <a:hlink>
        <a:srgbClr val="AD1F1F"/>
      </a:hlink>
      <a:folHlink>
        <a:srgbClr val="FFC42F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C473073F-34A4-486A-BBA1-2A70AE921EB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Depth</Template>
  <TotalTime>3294</TotalTime>
  <Words>57</Words>
  <Application>Microsoft Office PowerPoint</Application>
  <PresentationFormat>Widescreen</PresentationFormat>
  <Paragraphs>20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Corbel</vt:lpstr>
      <vt:lpstr>Depth</vt:lpstr>
      <vt:lpstr>1_Depth</vt:lpstr>
      <vt:lpstr>2_Depth</vt:lpstr>
      <vt:lpstr>3_Depth</vt:lpstr>
      <vt:lpstr>4_Depth</vt:lpstr>
      <vt:lpstr>PowerPoint Presentation</vt:lpstr>
      <vt:lpstr>Smartcards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Gábor Brückner</dc:creator>
  <cp:lastModifiedBy>Gábor Brückner</cp:lastModifiedBy>
  <cp:revision>77</cp:revision>
  <dcterms:created xsi:type="dcterms:W3CDTF">2026-02-09T13:06:17Z</dcterms:created>
  <dcterms:modified xsi:type="dcterms:W3CDTF">2026-02-11T20:00:43Z</dcterms:modified>
</cp:coreProperties>
</file>